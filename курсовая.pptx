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19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925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18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83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96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951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804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63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7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63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275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489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241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899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485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731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4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D6BFFA-ACFC-4428-BE2B-415F7C897A9D}" type="datetimeFigureOut">
              <a:rPr lang="ru-RU" smtClean="0"/>
              <a:t>13.07.2020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A73C794-FB88-45C2-BD61-B5C5CCBC3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87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Documents checker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694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Общее описание игры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Перед вами стоит стопка «документов», и вам предстоит проверить каждый документ на подлинность. Единственным инструментом для точной проверки «документа» у вас будет лупа.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714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механики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У игрока стоит стопка с ограниченным количеством бумаг(количество будет зависеть от уровня)</a:t>
            </a:r>
          </a:p>
          <a:p>
            <a:r>
              <a:rPr lang="ru-RU" dirty="0" smtClean="0"/>
              <a:t>В арсенале у игрока будет лупа, что бы ему было легче рассмотреть детали</a:t>
            </a:r>
          </a:p>
          <a:p>
            <a:r>
              <a:rPr lang="ru-RU" dirty="0" smtClean="0"/>
              <a:t>В начале уровня будет показан образец того как примерно должен выглядеть «документ»</a:t>
            </a:r>
          </a:p>
          <a:p>
            <a:r>
              <a:rPr lang="ru-RU" dirty="0" smtClean="0"/>
              <a:t>Так же на столе будет шредер куда игрок должен будет скидывать «подделки»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27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295399" y="975360"/>
            <a:ext cx="9764488" cy="505968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dirty="0" smtClean="0"/>
              <a:t>Чем чаще игрок ошибается, тем меньше «звезд» он получает за уровень, если совершенно больше 3 ошибок, то это считается проигрышем.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dirty="0" smtClean="0"/>
              <a:t>Так же в игре будет присутствовать аркадный режим, где будет бесконечная стопка бумаг, и в запасе у игрока будет так же только 3 права на ошибку, за каждый проверенный «документ» он будет получать какое либо количество «очков», в основном данный режим нужен что бы соревноваться с другими игроками.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4083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Монетизация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 просмотр рекламы дать второй шанс(в случае проигрыша)</a:t>
            </a:r>
          </a:p>
          <a:p>
            <a:r>
              <a:rPr lang="ru-RU" dirty="0" smtClean="0"/>
              <a:t>Или дать игроку больше прав на ошибку(например он ошибся один раз, но посмотрев рекламу эта ошибка «не засчитывается»)</a:t>
            </a:r>
          </a:p>
          <a:p>
            <a:r>
              <a:rPr lang="ru-RU" dirty="0" smtClean="0"/>
              <a:t>Рекламный баннер внизу экрана</a:t>
            </a:r>
          </a:p>
          <a:p>
            <a:r>
              <a:rPr lang="ru-RU" dirty="0" smtClean="0"/>
              <a:t>(ВОЗМОЖНО!) </a:t>
            </a:r>
            <a:r>
              <a:rPr lang="ru-RU" dirty="0" err="1" smtClean="0"/>
              <a:t>Скины</a:t>
            </a:r>
            <a:r>
              <a:rPr lang="ru-RU" dirty="0" smtClean="0"/>
              <a:t> на лупу/шредер, будут как бесплатные так и платные.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443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Примеры других игр на которых будет похожа эта игра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448" y="2940639"/>
            <a:ext cx="4913748" cy="2510925"/>
          </a:xfr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977" y="2578485"/>
            <a:ext cx="1885065" cy="323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4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3445" y="3151442"/>
            <a:ext cx="6241816" cy="516038"/>
          </a:xfrm>
        </p:spPr>
        <p:txBody>
          <a:bodyPr>
            <a:noAutofit/>
          </a:bodyPr>
          <a:lstStyle/>
          <a:p>
            <a:r>
              <a:rPr lang="ru-RU" sz="3000" b="1" dirty="0" smtClean="0"/>
              <a:t>Визуальные референсы</a:t>
            </a:r>
            <a:endParaRPr lang="ru-RU" sz="3000" b="1" dirty="0"/>
          </a:p>
        </p:txBody>
      </p:sp>
      <p:pic>
        <p:nvPicPr>
          <p:cNvPr id="6" name="Рисунок 5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097" y="812855"/>
            <a:ext cx="2592709" cy="5332049"/>
          </a:xfrm>
        </p:spPr>
      </p:pic>
    </p:spTree>
    <p:extLst>
      <p:ext uri="{BB962C8B-B14F-4D97-AF65-F5344CB8AC3E}">
        <p14:creationId xmlns:p14="http://schemas.microsoft.com/office/powerpoint/2010/main" val="97135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Почему игрок должен играть в мою игру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Не смотря на то что игровой процесс будет разделён на уровни</a:t>
            </a:r>
            <a:r>
              <a:rPr lang="en-US" dirty="0" smtClean="0"/>
              <a:t> -</a:t>
            </a:r>
            <a:r>
              <a:rPr lang="ru-RU" dirty="0" smtClean="0"/>
              <a:t> виды и </a:t>
            </a:r>
            <a:r>
              <a:rPr lang="ru-RU" b="1" dirty="0" smtClean="0"/>
              <a:t>количество подделанных </a:t>
            </a:r>
            <a:r>
              <a:rPr lang="ru-RU" dirty="0" smtClean="0"/>
              <a:t>бумаг на уровне почти всегда будет разным, что даёт возможность переигрывать один и тот же уровень сколько угодно, от уровня будет меняться лишь количество бумаг в стопке, и детали по которым нужно сверятся.</a:t>
            </a:r>
          </a:p>
          <a:p>
            <a:r>
              <a:rPr lang="ru-RU" dirty="0" smtClean="0"/>
              <a:t>Развивает внимательность.</a:t>
            </a:r>
          </a:p>
          <a:p>
            <a:r>
              <a:rPr lang="ru-RU" dirty="0" smtClean="0"/>
              <a:t>Довольно медитативный игровой процесс.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20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1688</TotalTime>
  <Words>301</Words>
  <Application>Microsoft Office PowerPoint</Application>
  <PresentationFormat>Широкоэкранный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Garamond</vt:lpstr>
      <vt:lpstr>Натуральные материалы</vt:lpstr>
      <vt:lpstr>Documents checker</vt:lpstr>
      <vt:lpstr>Общее описание игры </vt:lpstr>
      <vt:lpstr>Основные механики</vt:lpstr>
      <vt:lpstr>Презентация PowerPoint</vt:lpstr>
      <vt:lpstr>Монетизация</vt:lpstr>
      <vt:lpstr>Примеры других игр на которых будет похожа эта игра</vt:lpstr>
      <vt:lpstr>Визуальные референсы</vt:lpstr>
      <vt:lpstr>Почему игрок должен играть в мою игру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//придумать имя к игре</dc:title>
  <dc:creator>xBILIKx</dc:creator>
  <cp:lastModifiedBy>xBILIKx</cp:lastModifiedBy>
  <cp:revision>19</cp:revision>
  <dcterms:created xsi:type="dcterms:W3CDTF">2020-07-11T10:02:52Z</dcterms:created>
  <dcterms:modified xsi:type="dcterms:W3CDTF">2020-07-13T13:57:44Z</dcterms:modified>
</cp:coreProperties>
</file>